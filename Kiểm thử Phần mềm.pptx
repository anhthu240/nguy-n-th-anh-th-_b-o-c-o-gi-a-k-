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2"/>
    <p:sldMasterId id="2147483683" r:id="rId3"/>
    <p:sldMasterId id="2147483686" r:id="rId4"/>
  </p:sldMasterIdLst>
  <p:sldIdLst>
    <p:sldId id="256" r:id="rId5"/>
    <p:sldId id="257" r:id="rId6"/>
    <p:sldId id="263" r:id="rId7"/>
    <p:sldId id="258" r:id="rId8"/>
    <p:sldId id="268" r:id="rId9"/>
    <p:sldId id="269" r:id="rId10"/>
    <p:sldId id="270" r:id="rId11"/>
    <p:sldId id="262" r:id="rId12"/>
    <p:sldId id="271" r:id="rId13"/>
    <p:sldId id="266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C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ik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014480"/>
            <a:ext cx="5601960" cy="221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>
            <a:off x="829116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" name="Google Shape;12;p2"/>
          <p:cNvGrpSpPr/>
          <p:nvPr/>
        </p:nvGrpSpPr>
        <p:grpSpPr>
          <a:xfrm>
            <a:off x="-55080" y="539280"/>
            <a:ext cx="9198720" cy="4604040"/>
            <a:chOff x="-55080" y="539280"/>
            <a:chExt cx="9198720" cy="4604040"/>
          </a:xfrm>
        </p:grpSpPr>
        <p:cxnSp>
          <p:nvCxnSpPr>
            <p:cNvPr id="5" name="Google Shape;13;p2"/>
            <p:cNvCxnSpPr/>
            <p:nvPr/>
          </p:nvCxnSpPr>
          <p:spPr>
            <a:xfrm>
              <a:off x="-55080" y="4608360"/>
              <a:ext cx="487080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" name="Google Shape;14;p2"/>
            <p:cNvCxnSpPr/>
            <p:nvPr/>
          </p:nvCxnSpPr>
          <p:spPr>
            <a:xfrm>
              <a:off x="4751640" y="539280"/>
              <a:ext cx="439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7" name="Google Shape;15;p2"/>
            <p:cNvCxnSpPr/>
            <p:nvPr/>
          </p:nvCxnSpPr>
          <p:spPr>
            <a:xfrm flipV="1">
              <a:off x="843048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04520" y="1354680"/>
            <a:ext cx="5934960" cy="184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7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Google Shape;71;p11"/>
          <p:cNvSpPr/>
          <p:nvPr/>
        </p:nvSpPr>
        <p:spPr>
          <a:xfrm rot="10800000">
            <a:off x="-54720" y="36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" name="Google Shape;72;p11"/>
          <p:cNvGrpSpPr/>
          <p:nvPr/>
        </p:nvGrpSpPr>
        <p:grpSpPr>
          <a:xfrm>
            <a:off x="-55080" y="0"/>
            <a:ext cx="9199080" cy="4603680"/>
            <a:chOff x="-55080" y="0"/>
            <a:chExt cx="9199080" cy="4603680"/>
          </a:xfrm>
        </p:grpSpPr>
        <p:cxnSp>
          <p:nvCxnSpPr>
            <p:cNvPr id="12" name="Google Shape;73;p11"/>
            <p:cNvCxnSpPr/>
            <p:nvPr/>
          </p:nvCxnSpPr>
          <p:spPr>
            <a:xfrm flipH="1">
              <a:off x="4580280" y="534600"/>
              <a:ext cx="45640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3" name="Google Shape;74;p11"/>
            <p:cNvCxnSpPr/>
            <p:nvPr/>
          </p:nvCxnSpPr>
          <p:spPr>
            <a:xfrm flipH="1">
              <a:off x="-55080" y="4603680"/>
              <a:ext cx="65674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4" name="Google Shape;75;p11"/>
            <p:cNvCxnSpPr/>
            <p:nvPr/>
          </p:nvCxnSpPr>
          <p:spPr>
            <a:xfrm>
              <a:off x="657720" y="0"/>
              <a:ext cx="360" cy="4338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370960" y="572760"/>
            <a:ext cx="4401720" cy="7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2370960" y="3382560"/>
            <a:ext cx="4401720" cy="7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title"/>
          </p:nvPr>
        </p:nvSpPr>
        <p:spPr>
          <a:xfrm>
            <a:off x="2370960" y="1977840"/>
            <a:ext cx="4401720" cy="7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5" name="Google Shape;121;p17"/>
          <p:cNvGrpSpPr/>
          <p:nvPr/>
        </p:nvGrpSpPr>
        <p:grpSpPr>
          <a:xfrm>
            <a:off x="711000" y="0"/>
            <a:ext cx="7719480" cy="5143320"/>
            <a:chOff x="711000" y="0"/>
            <a:chExt cx="7719480" cy="5143320"/>
          </a:xfrm>
        </p:grpSpPr>
        <p:cxnSp>
          <p:nvCxnSpPr>
            <p:cNvPr id="36" name="Google Shape;122;p17"/>
            <p:cNvCxnSpPr/>
            <p:nvPr/>
          </p:nvCxnSpPr>
          <p:spPr>
            <a:xfrm flipV="1">
              <a:off x="711000" y="2191320"/>
              <a:ext cx="360" cy="2952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37" name="Google Shape;123;p17"/>
            <p:cNvCxnSpPr/>
            <p:nvPr/>
          </p:nvCxnSpPr>
          <p:spPr>
            <a:xfrm flipV="1">
              <a:off x="8430480" y="0"/>
              <a:ext cx="360" cy="219168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133;p20"/>
          <p:cNvGrpSpPr/>
          <p:nvPr/>
        </p:nvGrpSpPr>
        <p:grpSpPr>
          <a:xfrm>
            <a:off x="0" y="0"/>
            <a:ext cx="9144000" cy="5143320"/>
            <a:chOff x="0" y="0"/>
            <a:chExt cx="9144000" cy="5143320"/>
          </a:xfrm>
        </p:grpSpPr>
        <p:sp>
          <p:nvSpPr>
            <p:cNvPr id="45" name="Google Shape;134;p20"/>
            <p:cNvSpPr/>
            <p:nvPr/>
          </p:nvSpPr>
          <p:spPr>
            <a:xfrm>
              <a:off x="4186080" y="4426560"/>
              <a:ext cx="4957920" cy="71064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35;p20"/>
            <p:cNvSpPr/>
            <p:nvPr/>
          </p:nvSpPr>
          <p:spPr>
            <a:xfrm>
              <a:off x="0" y="0"/>
              <a:ext cx="852480" cy="514332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082400" y="544320"/>
            <a:ext cx="4223880" cy="120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8" name="Google Shape;138;p20"/>
          <p:cNvGrpSpPr/>
          <p:nvPr/>
        </p:nvGrpSpPr>
        <p:grpSpPr>
          <a:xfrm>
            <a:off x="0" y="539280"/>
            <a:ext cx="8430480" cy="4604040"/>
            <a:chOff x="0" y="539280"/>
            <a:chExt cx="8430480" cy="4604040"/>
          </a:xfrm>
        </p:grpSpPr>
        <p:cxnSp>
          <p:nvCxnSpPr>
            <p:cNvPr id="49" name="Google Shape;139;p20"/>
            <p:cNvCxnSpPr/>
            <p:nvPr/>
          </p:nvCxnSpPr>
          <p:spPr>
            <a:xfrm flipV="1">
              <a:off x="843048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50" name="Google Shape;140;p20"/>
            <p:cNvCxnSpPr/>
            <p:nvPr/>
          </p:nvCxnSpPr>
          <p:spPr>
            <a:xfrm flipH="1">
              <a:off x="0" y="539280"/>
              <a:ext cx="43372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92200" y="544320"/>
            <a:ext cx="3311640" cy="388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body"/>
          </p:nvPr>
        </p:nvSpPr>
        <p:spPr>
          <a:xfrm>
            <a:off x="1691280" y="1759320"/>
            <a:ext cx="5761440" cy="20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Google Shape;145;p21"/>
          <p:cNvSpPr/>
          <p:nvPr/>
        </p:nvSpPr>
        <p:spPr>
          <a:xfrm flipH="1">
            <a:off x="-720" y="4875840"/>
            <a:ext cx="914364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9" name="Google Shape;146;p21"/>
          <p:cNvGrpSpPr/>
          <p:nvPr/>
        </p:nvGrpSpPr>
        <p:grpSpPr>
          <a:xfrm>
            <a:off x="276480" y="267120"/>
            <a:ext cx="8860320" cy="4876200"/>
            <a:chOff x="276480" y="267120"/>
            <a:chExt cx="8860320" cy="4876200"/>
          </a:xfrm>
        </p:grpSpPr>
        <p:cxnSp>
          <p:nvCxnSpPr>
            <p:cNvPr id="60" name="Google Shape;147;p21"/>
            <p:cNvCxnSpPr/>
            <p:nvPr/>
          </p:nvCxnSpPr>
          <p:spPr>
            <a:xfrm flipV="1">
              <a:off x="276480" y="257184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1" name="Google Shape;148;p21"/>
            <p:cNvCxnSpPr/>
            <p:nvPr/>
          </p:nvCxnSpPr>
          <p:spPr>
            <a:xfrm>
              <a:off x="4564800" y="26712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48240" y="1185480"/>
            <a:ext cx="486288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" name="Google Shape;152;p22"/>
          <p:cNvSpPr/>
          <p:nvPr/>
        </p:nvSpPr>
        <p:spPr>
          <a:xfrm rot="10800000" flipH="1">
            <a:off x="8291520" y="36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4" name="Google Shape;153;p22"/>
          <p:cNvGrpSpPr/>
          <p:nvPr/>
        </p:nvGrpSpPr>
        <p:grpSpPr>
          <a:xfrm>
            <a:off x="-55080" y="0"/>
            <a:ext cx="9198720" cy="4603680"/>
            <a:chOff x="-55080" y="0"/>
            <a:chExt cx="9198720" cy="4603680"/>
          </a:xfrm>
        </p:grpSpPr>
        <p:cxnSp>
          <p:nvCxnSpPr>
            <p:cNvPr id="65" name="Google Shape;154;p22"/>
            <p:cNvCxnSpPr/>
            <p:nvPr/>
          </p:nvCxnSpPr>
          <p:spPr>
            <a:xfrm>
              <a:off x="-55080" y="534600"/>
              <a:ext cx="45716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6" name="Google Shape;155;p22"/>
            <p:cNvCxnSpPr/>
            <p:nvPr/>
          </p:nvCxnSpPr>
          <p:spPr>
            <a:xfrm>
              <a:off x="4584960" y="4603680"/>
              <a:ext cx="45590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7" name="Google Shape;156;p22"/>
            <p:cNvCxnSpPr/>
            <p:nvPr/>
          </p:nvCxnSpPr>
          <p:spPr>
            <a:xfrm>
              <a:off x="8430480" y="0"/>
              <a:ext cx="360" cy="4338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62160" y="1023480"/>
            <a:ext cx="2890080" cy="167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" name="Google Shape;160;p23"/>
          <p:cNvSpPr/>
          <p:nvPr/>
        </p:nvSpPr>
        <p:spPr>
          <a:xfrm rot="10800000">
            <a:off x="360" y="360"/>
            <a:ext cx="71640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1" name="Google Shape;161;p23"/>
          <p:cNvGrpSpPr/>
          <p:nvPr/>
        </p:nvGrpSpPr>
        <p:grpSpPr>
          <a:xfrm>
            <a:off x="0" y="362880"/>
            <a:ext cx="8859960" cy="4780440"/>
            <a:chOff x="0" y="362880"/>
            <a:chExt cx="8859960" cy="4780440"/>
          </a:xfrm>
        </p:grpSpPr>
        <p:cxnSp>
          <p:nvCxnSpPr>
            <p:cNvPr id="72" name="Google Shape;162;p23"/>
            <p:cNvCxnSpPr/>
            <p:nvPr/>
          </p:nvCxnSpPr>
          <p:spPr>
            <a:xfrm flipH="1">
              <a:off x="0" y="362880"/>
              <a:ext cx="48711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73" name="Google Shape;163;p23"/>
            <p:cNvCxnSpPr/>
            <p:nvPr/>
          </p:nvCxnSpPr>
          <p:spPr>
            <a:xfrm>
              <a:off x="8859960" y="1012320"/>
              <a:ext cx="360" cy="4131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13160" y="1683000"/>
            <a:ext cx="3780720" cy="273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51200" y="1683000"/>
            <a:ext cx="3780720" cy="273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5" name="Google Shape;179;p25"/>
          <p:cNvSpPr/>
          <p:nvPr/>
        </p:nvSpPr>
        <p:spPr>
          <a:xfrm flipH="1">
            <a:off x="712800" y="4876200"/>
            <a:ext cx="843012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6" name="Google Shape;180;p25"/>
          <p:cNvGrpSpPr/>
          <p:nvPr/>
        </p:nvGrpSpPr>
        <p:grpSpPr>
          <a:xfrm>
            <a:off x="283680" y="-3960"/>
            <a:ext cx="8576280" cy="5147280"/>
            <a:chOff x="283680" y="-3960"/>
            <a:chExt cx="8576280" cy="5147280"/>
          </a:xfrm>
        </p:grpSpPr>
        <p:cxnSp>
          <p:nvCxnSpPr>
            <p:cNvPr id="87" name="Google Shape;181;p25"/>
            <p:cNvCxnSpPr/>
            <p:nvPr/>
          </p:nvCxnSpPr>
          <p:spPr>
            <a:xfrm>
              <a:off x="8859960" y="257184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88" name="Google Shape;182;p25"/>
            <p:cNvCxnSpPr/>
            <p:nvPr/>
          </p:nvCxnSpPr>
          <p:spPr>
            <a:xfrm>
              <a:off x="283680" y="-3960"/>
              <a:ext cx="360" cy="257580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0" name="Google Shape;187;p26"/>
          <p:cNvSpPr/>
          <p:nvPr/>
        </p:nvSpPr>
        <p:spPr>
          <a:xfrm rot="10800000">
            <a:off x="886068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1" name="Google Shape;188;p26"/>
          <p:cNvGrpSpPr/>
          <p:nvPr/>
        </p:nvGrpSpPr>
        <p:grpSpPr>
          <a:xfrm>
            <a:off x="0" y="267120"/>
            <a:ext cx="9001800" cy="4876200"/>
            <a:chOff x="0" y="267120"/>
            <a:chExt cx="9001800" cy="4876200"/>
          </a:xfrm>
        </p:grpSpPr>
        <p:cxnSp>
          <p:nvCxnSpPr>
            <p:cNvPr id="92" name="Google Shape;189;p26"/>
            <p:cNvCxnSpPr/>
            <p:nvPr/>
          </p:nvCxnSpPr>
          <p:spPr>
            <a:xfrm flipH="1">
              <a:off x="0" y="267120"/>
              <a:ext cx="17398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93" name="Google Shape;190;p26"/>
            <p:cNvCxnSpPr/>
            <p:nvPr/>
          </p:nvCxnSpPr>
          <p:spPr>
            <a:xfrm>
              <a:off x="9001800" y="1184760"/>
              <a:ext cx="360" cy="39589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6" name="Google Shape;207;p28"/>
          <p:cNvSpPr/>
          <p:nvPr/>
        </p:nvSpPr>
        <p:spPr>
          <a:xfrm>
            <a:off x="0" y="4876200"/>
            <a:ext cx="914364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7" name="Google Shape;208;p28"/>
          <p:cNvGrpSpPr/>
          <p:nvPr/>
        </p:nvGrpSpPr>
        <p:grpSpPr>
          <a:xfrm>
            <a:off x="283680" y="0"/>
            <a:ext cx="8860320" cy="5009760"/>
            <a:chOff x="283680" y="0"/>
            <a:chExt cx="8860320" cy="5009760"/>
          </a:xfrm>
        </p:grpSpPr>
        <p:cxnSp>
          <p:nvCxnSpPr>
            <p:cNvPr id="98" name="Google Shape;209;p28"/>
            <p:cNvCxnSpPr/>
            <p:nvPr/>
          </p:nvCxnSpPr>
          <p:spPr>
            <a:xfrm>
              <a:off x="4572000" y="500976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99" name="Google Shape;210;p28"/>
            <p:cNvCxnSpPr/>
            <p:nvPr/>
          </p:nvCxnSpPr>
          <p:spPr>
            <a:xfrm flipV="1">
              <a:off x="283680" y="0"/>
              <a:ext cx="360" cy="291960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4" name="Google Shape;235;p30"/>
          <p:cNvSpPr/>
          <p:nvPr/>
        </p:nvSpPr>
        <p:spPr>
          <a:xfrm>
            <a:off x="0" y="4876200"/>
            <a:ext cx="843012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5" name="Google Shape;236;p30"/>
          <p:cNvGrpSpPr/>
          <p:nvPr/>
        </p:nvGrpSpPr>
        <p:grpSpPr>
          <a:xfrm>
            <a:off x="283680" y="-3960"/>
            <a:ext cx="8576280" cy="5147280"/>
            <a:chOff x="283680" y="-3960"/>
            <a:chExt cx="8576280" cy="5147280"/>
          </a:xfrm>
        </p:grpSpPr>
        <p:cxnSp>
          <p:nvCxnSpPr>
            <p:cNvPr id="106" name="Google Shape;237;p30"/>
            <p:cNvCxnSpPr/>
            <p:nvPr/>
          </p:nvCxnSpPr>
          <p:spPr>
            <a:xfrm>
              <a:off x="283680" y="257184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07" name="Google Shape;238;p30"/>
            <p:cNvCxnSpPr/>
            <p:nvPr/>
          </p:nvCxnSpPr>
          <p:spPr>
            <a:xfrm>
              <a:off x="8859960" y="-3960"/>
              <a:ext cx="360" cy="257580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9" name="Google Shape;25;p4"/>
          <p:cNvSpPr/>
          <p:nvPr/>
        </p:nvSpPr>
        <p:spPr>
          <a:xfrm flipH="1">
            <a:off x="-720" y="0"/>
            <a:ext cx="914364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0" name="Google Shape;26;p4"/>
          <p:cNvGrpSpPr/>
          <p:nvPr/>
        </p:nvGrpSpPr>
        <p:grpSpPr>
          <a:xfrm>
            <a:off x="0" y="0"/>
            <a:ext cx="8859960" cy="4875840"/>
            <a:chOff x="0" y="0"/>
            <a:chExt cx="8859960" cy="4875840"/>
          </a:xfrm>
        </p:grpSpPr>
        <p:cxnSp>
          <p:nvCxnSpPr>
            <p:cNvPr id="111" name="Google Shape;27;p4"/>
            <p:cNvCxnSpPr/>
            <p:nvPr/>
          </p:nvCxnSpPr>
          <p:spPr>
            <a:xfrm>
              <a:off x="8859960" y="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12" name="Google Shape;28;p4"/>
            <p:cNvCxnSpPr/>
            <p:nvPr/>
          </p:nvCxnSpPr>
          <p:spPr>
            <a:xfrm flipH="1">
              <a:off x="0" y="4875840"/>
              <a:ext cx="84448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4" name="Google Shape;253;p31"/>
          <p:cNvSpPr/>
          <p:nvPr/>
        </p:nvSpPr>
        <p:spPr>
          <a:xfrm rot="10800000" flipH="1">
            <a:off x="-36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5" name="Google Shape;254;p31"/>
          <p:cNvGrpSpPr/>
          <p:nvPr/>
        </p:nvGrpSpPr>
        <p:grpSpPr>
          <a:xfrm>
            <a:off x="141840" y="267120"/>
            <a:ext cx="9001800" cy="4876200"/>
            <a:chOff x="141840" y="267120"/>
            <a:chExt cx="9001800" cy="4876200"/>
          </a:xfrm>
        </p:grpSpPr>
        <p:cxnSp>
          <p:nvCxnSpPr>
            <p:cNvPr id="116" name="Google Shape;255;p31"/>
            <p:cNvCxnSpPr/>
            <p:nvPr/>
          </p:nvCxnSpPr>
          <p:spPr>
            <a:xfrm>
              <a:off x="7907760" y="267120"/>
              <a:ext cx="12362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17" name="Google Shape;256;p31"/>
            <p:cNvCxnSpPr/>
            <p:nvPr/>
          </p:nvCxnSpPr>
          <p:spPr>
            <a:xfrm>
              <a:off x="141840" y="1184760"/>
              <a:ext cx="360" cy="39589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654640" y="530280"/>
            <a:ext cx="383436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9" name="Google Shape;261;p32"/>
          <p:cNvGrpSpPr/>
          <p:nvPr/>
        </p:nvGrpSpPr>
        <p:grpSpPr>
          <a:xfrm>
            <a:off x="713520" y="2579400"/>
            <a:ext cx="8430480" cy="2563920"/>
            <a:chOff x="713520" y="2579400"/>
            <a:chExt cx="8430480" cy="2563920"/>
          </a:xfrm>
        </p:grpSpPr>
        <p:cxnSp>
          <p:nvCxnSpPr>
            <p:cNvPr id="120" name="Google Shape;262;p32"/>
            <p:cNvCxnSpPr/>
            <p:nvPr/>
          </p:nvCxnSpPr>
          <p:spPr>
            <a:xfrm>
              <a:off x="2838960" y="4875840"/>
              <a:ext cx="630540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21" name="Google Shape;263;p32"/>
            <p:cNvCxnSpPr/>
            <p:nvPr/>
          </p:nvCxnSpPr>
          <p:spPr>
            <a:xfrm flipV="1">
              <a:off x="713520" y="2579400"/>
              <a:ext cx="360" cy="256428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122" name="Google Shape;264;p32"/>
          <p:cNvSpPr/>
          <p:nvPr/>
        </p:nvSpPr>
        <p:spPr>
          <a:xfrm>
            <a:off x="2654640" y="3304440"/>
            <a:ext cx="3834360" cy="79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3"/>
              </a:rPr>
              <a:t>Freepi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3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271;p34"/>
          <p:cNvSpPr/>
          <p:nvPr/>
        </p:nvSpPr>
        <p:spPr>
          <a:xfrm rot="10800000">
            <a:off x="360" y="360"/>
            <a:ext cx="71640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8" name="Google Shape;272;p34"/>
          <p:cNvGrpSpPr/>
          <p:nvPr/>
        </p:nvGrpSpPr>
        <p:grpSpPr>
          <a:xfrm>
            <a:off x="0" y="362880"/>
            <a:ext cx="8859960" cy="4780440"/>
            <a:chOff x="0" y="362880"/>
            <a:chExt cx="8859960" cy="4780440"/>
          </a:xfrm>
        </p:grpSpPr>
        <p:cxnSp>
          <p:nvCxnSpPr>
            <p:cNvPr id="129" name="Google Shape;273;p34"/>
            <p:cNvCxnSpPr/>
            <p:nvPr/>
          </p:nvCxnSpPr>
          <p:spPr>
            <a:xfrm flipH="1">
              <a:off x="0" y="362880"/>
              <a:ext cx="48711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30" name="Google Shape;274;p34"/>
            <p:cNvCxnSpPr/>
            <p:nvPr/>
          </p:nvCxnSpPr>
          <p:spPr>
            <a:xfrm>
              <a:off x="8859960" y="1012320"/>
              <a:ext cx="360" cy="4131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5" name="Google Shape;39;p6"/>
          <p:cNvSpPr/>
          <p:nvPr/>
        </p:nvSpPr>
        <p:spPr>
          <a:xfrm>
            <a:off x="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6" name="Google Shape;40;p6"/>
          <p:cNvGrpSpPr/>
          <p:nvPr/>
        </p:nvGrpSpPr>
        <p:grpSpPr>
          <a:xfrm>
            <a:off x="141840" y="0"/>
            <a:ext cx="9001800" cy="4875840"/>
            <a:chOff x="141840" y="0"/>
            <a:chExt cx="9001800" cy="4875840"/>
          </a:xfrm>
        </p:grpSpPr>
        <p:cxnSp>
          <p:nvCxnSpPr>
            <p:cNvPr id="137" name="Google Shape;41;p6"/>
            <p:cNvCxnSpPr/>
            <p:nvPr/>
          </p:nvCxnSpPr>
          <p:spPr>
            <a:xfrm>
              <a:off x="4576320" y="4875840"/>
              <a:ext cx="45676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38" name="Google Shape;42;p6"/>
            <p:cNvCxnSpPr/>
            <p:nvPr/>
          </p:nvCxnSpPr>
          <p:spPr>
            <a:xfrm flipV="1">
              <a:off x="141840" y="0"/>
              <a:ext cx="360" cy="39585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13160" y="519120"/>
            <a:ext cx="2789280" cy="197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2" name="Google Shape;47;p7"/>
          <p:cNvSpPr/>
          <p:nvPr/>
        </p:nvSpPr>
        <p:spPr>
          <a:xfrm>
            <a:off x="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3" name="Google Shape;48;p7"/>
          <p:cNvGrpSpPr/>
          <p:nvPr/>
        </p:nvGrpSpPr>
        <p:grpSpPr>
          <a:xfrm>
            <a:off x="0" y="0"/>
            <a:ext cx="3812040" cy="4608360"/>
            <a:chOff x="0" y="0"/>
            <a:chExt cx="3812040" cy="4608360"/>
          </a:xfrm>
        </p:grpSpPr>
        <p:cxnSp>
          <p:nvCxnSpPr>
            <p:cNvPr id="144" name="Google Shape;49;p7"/>
            <p:cNvCxnSpPr/>
            <p:nvPr/>
          </p:nvCxnSpPr>
          <p:spPr>
            <a:xfrm flipV="1">
              <a:off x="3812040" y="0"/>
              <a:ext cx="360" cy="6987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45" name="Google Shape;50;p7"/>
            <p:cNvCxnSpPr/>
            <p:nvPr/>
          </p:nvCxnSpPr>
          <p:spPr>
            <a:xfrm>
              <a:off x="0" y="4608360"/>
              <a:ext cx="33872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864800" y="1218960"/>
            <a:ext cx="5414040" cy="2298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7" name="Google Shape;53;p8"/>
          <p:cNvSpPr/>
          <p:nvPr/>
        </p:nvSpPr>
        <p:spPr>
          <a:xfrm flipH="1">
            <a:off x="-5544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8" name="Google Shape;54;p8"/>
          <p:cNvGrpSpPr/>
          <p:nvPr/>
        </p:nvGrpSpPr>
        <p:grpSpPr>
          <a:xfrm>
            <a:off x="-55080" y="539280"/>
            <a:ext cx="9199080" cy="4604040"/>
            <a:chOff x="-55080" y="539280"/>
            <a:chExt cx="9199080" cy="4604040"/>
          </a:xfrm>
        </p:grpSpPr>
        <p:cxnSp>
          <p:nvCxnSpPr>
            <p:cNvPr id="149" name="Google Shape;55;p8"/>
            <p:cNvCxnSpPr/>
            <p:nvPr/>
          </p:nvCxnSpPr>
          <p:spPr>
            <a:xfrm flipH="1">
              <a:off x="3484800" y="4608360"/>
              <a:ext cx="56595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50" name="Google Shape;56;p8"/>
            <p:cNvCxnSpPr/>
            <p:nvPr/>
          </p:nvCxnSpPr>
          <p:spPr>
            <a:xfrm flipH="1">
              <a:off x="-55080" y="539280"/>
              <a:ext cx="46414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51" name="Google Shape;57;p8"/>
            <p:cNvCxnSpPr/>
            <p:nvPr/>
          </p:nvCxnSpPr>
          <p:spPr>
            <a:xfrm flipV="1">
              <a:off x="65772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963080" y="829800"/>
            <a:ext cx="5217840" cy="133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3" name="Google Shape;61;p9"/>
          <p:cNvSpPr/>
          <p:nvPr/>
        </p:nvSpPr>
        <p:spPr>
          <a:xfrm>
            <a:off x="0" y="4426560"/>
            <a:ext cx="9143640" cy="71064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4" name="Google Shape;62;p9"/>
          <p:cNvGrpSpPr/>
          <p:nvPr/>
        </p:nvGrpSpPr>
        <p:grpSpPr>
          <a:xfrm>
            <a:off x="712440" y="539280"/>
            <a:ext cx="8431560" cy="4604040"/>
            <a:chOff x="712440" y="539280"/>
            <a:chExt cx="8431560" cy="4604040"/>
          </a:xfrm>
        </p:grpSpPr>
        <p:cxnSp>
          <p:nvCxnSpPr>
            <p:cNvPr id="155" name="Google Shape;63;p9"/>
            <p:cNvCxnSpPr/>
            <p:nvPr/>
          </p:nvCxnSpPr>
          <p:spPr>
            <a:xfrm>
              <a:off x="4572000" y="53928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56" name="Google Shape;64;p9"/>
            <p:cNvCxnSpPr/>
            <p:nvPr/>
          </p:nvCxnSpPr>
          <p:spPr>
            <a:xfrm flipV="1">
              <a:off x="712440" y="1685160"/>
              <a:ext cx="360" cy="34585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993600" y="1483560"/>
            <a:ext cx="87588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title"/>
          </p:nvPr>
        </p:nvSpPr>
        <p:spPr>
          <a:xfrm>
            <a:off x="993600" y="3179880"/>
            <a:ext cx="87588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title"/>
          </p:nvPr>
        </p:nvSpPr>
        <p:spPr>
          <a:xfrm>
            <a:off x="5033880" y="1483560"/>
            <a:ext cx="87588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title"/>
          </p:nvPr>
        </p:nvSpPr>
        <p:spPr>
          <a:xfrm>
            <a:off x="5033880" y="3179880"/>
            <a:ext cx="87588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0" name="Google Shape;91;p13"/>
          <p:cNvCxnSpPr/>
          <p:nvPr/>
        </p:nvCxnSpPr>
        <p:spPr>
          <a:xfrm flipV="1">
            <a:off x="9001800" y="0"/>
            <a:ext cx="360" cy="265284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83000" y="3920040"/>
            <a:ext cx="757728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2" name="Google Shape;95;p14"/>
          <p:cNvCxnSpPr/>
          <p:nvPr/>
        </p:nvCxnSpPr>
        <p:spPr>
          <a:xfrm flipH="1">
            <a:off x="0" y="4875840"/>
            <a:ext cx="825732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053080" y="2036160"/>
            <a:ext cx="5578920" cy="147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6556320" y="1012680"/>
            <a:ext cx="107568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100;p15"/>
          <p:cNvSpPr/>
          <p:nvPr/>
        </p:nvSpPr>
        <p:spPr>
          <a:xfrm flipH="1">
            <a:off x="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6" name="Google Shape;101;p15"/>
          <p:cNvCxnSpPr/>
          <p:nvPr/>
        </p:nvCxnSpPr>
        <p:spPr>
          <a:xfrm flipH="1">
            <a:off x="0" y="4875840"/>
            <a:ext cx="487116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713160" y="1575000"/>
            <a:ext cx="240012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6030360" y="1575000"/>
            <a:ext cx="240012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3371760" y="1575000"/>
            <a:ext cx="240012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1" name="Google Shape;113;p16"/>
          <p:cNvCxnSpPr/>
          <p:nvPr/>
        </p:nvCxnSpPr>
        <p:spPr>
          <a:xfrm flipH="1">
            <a:off x="5035680" y="4797360"/>
            <a:ext cx="410868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9" name="Google Shape;126;p18"/>
          <p:cNvGrpSpPr/>
          <p:nvPr/>
        </p:nvGrpSpPr>
        <p:grpSpPr>
          <a:xfrm>
            <a:off x="-360" y="4876200"/>
            <a:ext cx="9143640" cy="267120"/>
            <a:chOff x="-360" y="4876200"/>
            <a:chExt cx="9143640" cy="267120"/>
          </a:xfrm>
        </p:grpSpPr>
        <p:sp>
          <p:nvSpPr>
            <p:cNvPr id="40" name="Google Shape;127;p18"/>
            <p:cNvSpPr/>
            <p:nvPr/>
          </p:nvSpPr>
          <p:spPr>
            <a:xfrm flipH="1">
              <a:off x="-720" y="4876200"/>
              <a:ext cx="9143640" cy="26712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1" name="Google Shape;128;p18"/>
            <p:cNvCxnSpPr/>
            <p:nvPr/>
          </p:nvCxnSpPr>
          <p:spPr>
            <a:xfrm flipH="1">
              <a:off x="0" y="500976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43" name="Google Shape;131;p19"/>
          <p:cNvCxnSpPr/>
          <p:nvPr/>
        </p:nvCxnSpPr>
        <p:spPr>
          <a:xfrm>
            <a:off x="0" y="262080"/>
            <a:ext cx="228636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12000" y="2036160"/>
            <a:ext cx="4944600" cy="147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1512000" y="1012680"/>
            <a:ext cx="107568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20;p3"/>
          <p:cNvSpPr/>
          <p:nvPr/>
        </p:nvSpPr>
        <p:spPr>
          <a:xfrm>
            <a:off x="829116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55" name="Google Shape;21;p3"/>
          <p:cNvCxnSpPr/>
          <p:nvPr/>
        </p:nvCxnSpPr>
        <p:spPr>
          <a:xfrm>
            <a:off x="4273200" y="4875840"/>
            <a:ext cx="487116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746960" y="1023480"/>
            <a:ext cx="2629800" cy="1521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5" name="Google Shape;167;p24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grpSp>
          <p:nvGrpSpPr>
            <p:cNvPr id="76" name="Google Shape;168;p24"/>
            <p:cNvGrpSpPr/>
            <p:nvPr/>
          </p:nvGrpSpPr>
          <p:grpSpPr>
            <a:xfrm>
              <a:off x="0" y="0"/>
              <a:ext cx="9143640" cy="5143320"/>
              <a:chOff x="0" y="0"/>
              <a:chExt cx="9143640" cy="5143320"/>
            </a:xfrm>
          </p:grpSpPr>
          <p:sp>
            <p:nvSpPr>
              <p:cNvPr id="77" name="Google Shape;169;p24"/>
              <p:cNvSpPr/>
              <p:nvPr/>
            </p:nvSpPr>
            <p:spPr>
              <a:xfrm flipH="1">
                <a:off x="0" y="4608720"/>
                <a:ext cx="4957920" cy="528840"/>
              </a:xfrm>
              <a:prstGeom prst="rect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" name="Google Shape;170;p24"/>
              <p:cNvSpPr/>
              <p:nvPr/>
            </p:nvSpPr>
            <p:spPr>
              <a:xfrm flipH="1">
                <a:off x="8291160" y="0"/>
                <a:ext cx="852480" cy="5143320"/>
              </a:xfrm>
              <a:prstGeom prst="rect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9" name="Google Shape;171;p24"/>
            <p:cNvGrpSpPr/>
            <p:nvPr/>
          </p:nvGrpSpPr>
          <p:grpSpPr>
            <a:xfrm>
              <a:off x="713160" y="539280"/>
              <a:ext cx="8430480" cy="4604040"/>
              <a:chOff x="713160" y="539280"/>
              <a:chExt cx="8430480" cy="4604040"/>
            </a:xfrm>
          </p:grpSpPr>
          <p:cxnSp>
            <p:nvCxnSpPr>
              <p:cNvPr id="80" name="Google Shape;172;p24"/>
              <p:cNvCxnSpPr/>
              <p:nvPr/>
            </p:nvCxnSpPr>
            <p:spPr>
              <a:xfrm flipV="1">
                <a:off x="713160" y="804960"/>
                <a:ext cx="360" cy="4338720"/>
              </a:xfrm>
              <a:prstGeom prst="straightConnector1">
                <a:avLst/>
              </a:prstGeom>
              <a:ln w="9525">
                <a:solidFill>
                  <a:srgbClr val="0A0A0A"/>
                </a:solidFill>
                <a:round/>
              </a:ln>
            </p:spPr>
          </p:cxnSp>
          <p:cxnSp>
            <p:nvCxnSpPr>
              <p:cNvPr id="81" name="Google Shape;173;p24"/>
              <p:cNvCxnSpPr/>
              <p:nvPr/>
            </p:nvCxnSpPr>
            <p:spPr>
              <a:xfrm>
                <a:off x="4807080" y="539280"/>
                <a:ext cx="4336920" cy="360"/>
              </a:xfrm>
              <a:prstGeom prst="straightConnector1">
                <a:avLst/>
              </a:prstGeom>
              <a:ln w="9525">
                <a:solidFill>
                  <a:srgbClr val="0A0A0A"/>
                </a:solidFill>
                <a:round/>
              </a:ln>
            </p:spPr>
          </p:cxn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" name="Google Shape;221;p29"/>
          <p:cNvSpPr/>
          <p:nvPr/>
        </p:nvSpPr>
        <p:spPr>
          <a:xfrm flipH="1">
            <a:off x="885960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02" name="Google Shape;222;p29"/>
          <p:cNvCxnSpPr/>
          <p:nvPr/>
        </p:nvCxnSpPr>
        <p:spPr>
          <a:xfrm flipV="1">
            <a:off x="9001800" y="0"/>
            <a:ext cx="360" cy="39585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266;p33"/>
          <p:cNvCxnSpPr/>
          <p:nvPr/>
        </p:nvCxnSpPr>
        <p:spPr>
          <a:xfrm flipV="1">
            <a:off x="9001800" y="0"/>
            <a:ext cx="360" cy="265284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  <p:sp>
        <p:nvSpPr>
          <p:cNvPr id="124" name="Google Shape;267;p33"/>
          <p:cNvSpPr/>
          <p:nvPr/>
        </p:nvSpPr>
        <p:spPr>
          <a:xfrm>
            <a:off x="829116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25" name="Google Shape;268;p33"/>
          <p:cNvCxnSpPr/>
          <p:nvPr/>
        </p:nvCxnSpPr>
        <p:spPr>
          <a:xfrm>
            <a:off x="4273200" y="4875840"/>
            <a:ext cx="487116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  <p:cxnSp>
        <p:nvCxnSpPr>
          <p:cNvPr id="126" name="Google Shape;269;p33"/>
          <p:cNvCxnSpPr/>
          <p:nvPr/>
        </p:nvCxnSpPr>
        <p:spPr>
          <a:xfrm flipV="1">
            <a:off x="711000" y="0"/>
            <a:ext cx="360" cy="4131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2" name="Google Shape;35;p5"/>
          <p:cNvSpPr/>
          <p:nvPr/>
        </p:nvSpPr>
        <p:spPr>
          <a:xfrm flipH="1">
            <a:off x="-72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33" name="Google Shape;36;p5"/>
          <p:cNvCxnSpPr/>
          <p:nvPr/>
        </p:nvCxnSpPr>
        <p:spPr>
          <a:xfrm flipV="1">
            <a:off x="8864640" y="0"/>
            <a:ext cx="360" cy="4131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8" name="PlaceHolder 2"/>
          <p:cNvSpPr>
            <a:spLocks noGrp="1"/>
          </p:cNvSpPr>
          <p:nvPr>
            <p:ph type="title"/>
          </p:nvPr>
        </p:nvSpPr>
        <p:spPr>
          <a:xfrm>
            <a:off x="713160" y="3947040"/>
            <a:ext cx="7717320" cy="66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14240" y="1019160"/>
            <a:ext cx="5600520" cy="2219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b="1" u="none" strike="noStrike">
                <a:effectLst/>
                <a:uFillTx/>
                <a:ea typeface="Golos Text"/>
              </a:rPr>
              <a:t>KIỂM THỬ </a:t>
            </a:r>
            <a:br>
              <a:rPr lang="fr-FR" b="1" u="none" strike="noStrike">
                <a:effectLst/>
                <a:uFillTx/>
              </a:rPr>
            </a:br>
            <a:r>
              <a:rPr lang="en-US" b="1" u="none" strike="noStrike">
                <a:effectLst/>
                <a:uFillTx/>
                <a:ea typeface="Golos Text"/>
              </a:rPr>
              <a:t>PHẦN MỀM</a:t>
            </a:r>
            <a:endParaRPr lang="fr-FR" b="1" u="none" strike="noStrike">
              <a:effectLst/>
              <a:uFillTx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ubTitle"/>
          </p:nvPr>
        </p:nvSpPr>
        <p:spPr>
          <a:xfrm>
            <a:off x="714240" y="3190759"/>
            <a:ext cx="560052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>
                <a:solidFill>
                  <a:schemeClr val="dk1"/>
                </a:solidFill>
              </a:rPr>
              <a:t>Đề tài: Quản lý kiểm thử</a:t>
            </a: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/>
              <a:t>Website: Automation Practice Site</a:t>
            </a:r>
            <a:endParaRPr lang="en-US" sz="1400">
              <a:solidFill>
                <a:schemeClr val="dk1"/>
              </a:solidFill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400" u="none" strike="noStrike">
                <a:solidFill>
                  <a:schemeClr val="dk1"/>
                </a:solidFill>
                <a:effectLst/>
                <a:uFillTx/>
              </a:rPr>
              <a:t>SVTH: Nguyễn Th</a:t>
            </a:r>
            <a:r>
              <a:rPr lang="en-US" sz="1400">
                <a:solidFill>
                  <a:schemeClr val="dk1"/>
                </a:solidFill>
              </a:rPr>
              <a:t>ị Anh Thư</a:t>
            </a:r>
            <a:endParaRPr lang="en-US" sz="1400" u="none" strike="noStrike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148354" y="-55620"/>
            <a:ext cx="4219200" cy="119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b="1"/>
              <a:t>01. Mục tiêu</a:t>
            </a:r>
            <a:endParaRPr lang="fr-FR" b="1"/>
          </a:p>
        </p:txBody>
      </p:sp>
      <p:pic>
        <p:nvPicPr>
          <p:cNvPr id="165" name="Google Shape;329;p44"/>
          <p:cNvPicPr/>
          <p:nvPr/>
        </p:nvPicPr>
        <p:blipFill>
          <a:blip r:embed="rId2"/>
          <a:srcRect l="21538" r="21538"/>
          <a:stretch/>
        </p:blipFill>
        <p:spPr>
          <a:xfrm>
            <a:off x="592200" y="544320"/>
            <a:ext cx="3311640" cy="388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275859-AC8B-1267-281A-E3C3C7735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869" y="972803"/>
            <a:ext cx="3796232" cy="3739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Nunito Light" pitchFamily="2" charset="0"/>
              <a:buChar char="-"/>
              <a:tabLst>
                <a:tab pos="0" algn="l"/>
              </a:tabLst>
            </a:pPr>
            <a:r>
              <a:rPr lang="en-US" altLang="en-US" sz="1600">
                <a:latin typeface="+mj-lt"/>
                <a:ea typeface="+mj-ea"/>
                <a:cs typeface="+mj-cs"/>
              </a:rPr>
              <a:t>Xây dựng quy trình quản lý kiểm thử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Nunito Light" pitchFamily="2" charset="0"/>
              <a:buChar char="-"/>
              <a:tabLst>
                <a:tab pos="0" algn="l"/>
              </a:tabLst>
            </a:pPr>
            <a:r>
              <a:rPr lang="en-US" altLang="en-US" sz="1600">
                <a:latin typeface="+mj-lt"/>
                <a:ea typeface="+mj-ea"/>
                <a:cs typeface="+mj-cs"/>
              </a:rPr>
              <a:t>Lập: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+"/>
              <a:tabLst>
                <a:tab pos="0" algn="l"/>
              </a:tabLst>
            </a:pPr>
            <a:r>
              <a:rPr lang="en-US" altLang="en-US" sz="1600">
                <a:latin typeface="+mj-lt"/>
                <a:ea typeface="+mj-ea"/>
                <a:cs typeface="+mj-cs"/>
              </a:rPr>
              <a:t>Kế hoạch kiểm thử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+"/>
              <a:tabLst>
                <a:tab pos="0" algn="l"/>
              </a:tabLst>
            </a:pPr>
            <a:r>
              <a:rPr lang="en-US" altLang="en-US" sz="1600">
                <a:latin typeface="+mj-lt"/>
                <a:ea typeface="+mj-ea"/>
                <a:cs typeface="+mj-cs"/>
              </a:rPr>
              <a:t>Thiết kế test case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+"/>
              <a:tabLst>
                <a:tab pos="0" algn="l"/>
              </a:tabLst>
            </a:pPr>
            <a:r>
              <a:rPr lang="en-US" altLang="en-US" sz="1600">
                <a:latin typeface="+mj-lt"/>
                <a:ea typeface="+mj-ea"/>
                <a:cs typeface="+mj-cs"/>
              </a:rPr>
              <a:t>Báo cáo kết quả kiểm thử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Nunito Light" pitchFamily="2" charset="0"/>
              <a:buChar char="-"/>
              <a:tabLst>
                <a:tab pos="0" algn="l"/>
              </a:tabLst>
            </a:pPr>
            <a:r>
              <a:rPr lang="en-US" altLang="en-US" sz="1600">
                <a:latin typeface="+mj-lt"/>
                <a:ea typeface="+mj-ea"/>
                <a:cs typeface="+mj-cs"/>
              </a:rPr>
              <a:t>Áp dụng kiểm thử cho website: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+"/>
              <a:tabLst>
                <a:tab pos="0" algn="l"/>
              </a:tabLst>
            </a:pPr>
            <a:r>
              <a:rPr lang="en-US" altLang="en-US" sz="1600">
                <a:latin typeface="+mj-lt"/>
                <a:ea typeface="+mj-ea"/>
                <a:cs typeface="+mj-cs"/>
              </a:rPr>
              <a:t>Đăng ký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+"/>
              <a:tabLst>
                <a:tab pos="0" algn="l"/>
              </a:tabLst>
            </a:pPr>
            <a:r>
              <a:rPr lang="en-US" altLang="en-US" sz="1600">
                <a:latin typeface="+mj-lt"/>
                <a:ea typeface="+mj-ea"/>
                <a:cs typeface="+mj-cs"/>
              </a:rPr>
              <a:t>Đăng nhập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+"/>
              <a:tabLst>
                <a:tab pos="0" algn="l"/>
              </a:tabLst>
            </a:pPr>
            <a:r>
              <a:rPr lang="en-US" altLang="en-US" sz="1600">
                <a:latin typeface="+mj-lt"/>
                <a:ea typeface="+mj-ea"/>
                <a:cs typeface="+mj-cs"/>
              </a:rPr>
              <a:t>Tìm kiếm</a:t>
            </a:r>
          </a:p>
          <a:p>
            <a:pPr marL="0"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0" algn="l"/>
              </a:tabLst>
            </a:pPr>
            <a:endParaRPr lang="en-US" altLang="en-US" sz="160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78"/>
          <p:cNvSpPr/>
          <p:nvPr/>
        </p:nvSpPr>
        <p:spPr>
          <a:xfrm>
            <a:off x="4645322" y="236056"/>
            <a:ext cx="4289449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tabLst>
                <a:tab pos="0" algn="l"/>
              </a:tabLst>
            </a:pPr>
            <a:r>
              <a:rPr lang="en-US" sz="4000" b="1">
                <a:latin typeface="+mj-lt"/>
                <a:ea typeface="+mj-ea"/>
                <a:cs typeface="+mj-cs"/>
              </a:rPr>
              <a:t>02. Quy trình quản lý kiểm thử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980507" y="1881873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Nunito Light" pitchFamily="2" charset="0"/>
              <a:buChar char="-"/>
              <a:tabLst>
                <a:tab pos="0" algn="l"/>
              </a:tabLst>
            </a:pPr>
            <a:r>
              <a:rPr lang="vi-VN" sz="1600">
                <a:latin typeface="+mj-lt"/>
                <a:ea typeface="+mj-ea"/>
                <a:cs typeface="+mj-cs"/>
              </a:rPr>
              <a:t>Lập kế hoạch kiểm thử </a:t>
            </a:r>
          </a:p>
          <a:p>
            <a:pPr marL="285750" indent="-285750"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Nunito Light" pitchFamily="2" charset="0"/>
              <a:buChar char="-"/>
              <a:tabLst>
                <a:tab pos="0" algn="l"/>
              </a:tabLst>
            </a:pPr>
            <a:r>
              <a:rPr lang="vi-VN" sz="1600">
                <a:latin typeface="+mj-lt"/>
                <a:ea typeface="+mj-ea"/>
                <a:cs typeface="+mj-cs"/>
              </a:rPr>
              <a:t>Thiết kế test case </a:t>
            </a:r>
          </a:p>
          <a:p>
            <a:pPr marL="285750" indent="-285750"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Nunito Light" pitchFamily="2" charset="0"/>
              <a:buChar char="-"/>
              <a:tabLst>
                <a:tab pos="0" algn="l"/>
              </a:tabLst>
            </a:pPr>
            <a:r>
              <a:rPr lang="vi-VN" sz="1600">
                <a:latin typeface="+mj-lt"/>
                <a:ea typeface="+mj-ea"/>
                <a:cs typeface="+mj-cs"/>
              </a:rPr>
              <a:t>Thực thi kiểm thử </a:t>
            </a:r>
          </a:p>
          <a:p>
            <a:pPr marL="285750" indent="-285750"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Nunito Light" pitchFamily="2" charset="0"/>
              <a:buChar char="-"/>
              <a:tabLst>
                <a:tab pos="0" algn="l"/>
              </a:tabLst>
            </a:pPr>
            <a:r>
              <a:rPr lang="vi-VN" sz="1600">
                <a:latin typeface="+mj-lt"/>
                <a:ea typeface="+mj-ea"/>
                <a:cs typeface="+mj-cs"/>
              </a:rPr>
              <a:t>Báo cáo &amp; đánh giá</a:t>
            </a:r>
          </a:p>
        </p:txBody>
      </p:sp>
      <p:pic>
        <p:nvPicPr>
          <p:cNvPr id="181" name="image69b93800a927d" descr="image69b93800a9281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/>
          <p:cNvSpPr/>
          <p:nvPr/>
        </p:nvSpPr>
        <p:spPr>
          <a:xfrm>
            <a:off x="403793" y="132537"/>
            <a:ext cx="5948454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r">
              <a:spcBef>
                <a:spcPct val="0"/>
              </a:spcBef>
              <a:tabLst>
                <a:tab pos="0" algn="l"/>
              </a:tabLst>
            </a:pPr>
            <a:r>
              <a:rPr lang="en-US" sz="4400" b="1">
                <a:latin typeface="+mj-lt"/>
                <a:ea typeface="+mj-ea"/>
                <a:cs typeface="+mj-cs"/>
              </a:rPr>
              <a:t>03. Kỹ thuật kiểm thử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299CEE-3A55-FD96-7544-AFF333E45B6C}"/>
              </a:ext>
            </a:extLst>
          </p:cNvPr>
          <p:cNvSpPr/>
          <p:nvPr/>
        </p:nvSpPr>
        <p:spPr>
          <a:xfrm>
            <a:off x="532943" y="1015193"/>
            <a:ext cx="8207264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285750" indent="-285750"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Nunito Light" pitchFamily="2" charset="0"/>
              <a:buChar char="-"/>
              <a:tabLst>
                <a:tab pos="0" algn="l"/>
              </a:tabLst>
            </a:pPr>
            <a:r>
              <a:rPr lang="en-US" sz="1600">
                <a:latin typeface="+mj-lt"/>
                <a:ea typeface="+mj-ea"/>
                <a:cs typeface="+mj-cs"/>
              </a:rPr>
              <a:t>Kiểm thử hộp đen: kiểm tra dựa trên input và output</a:t>
            </a:r>
          </a:p>
          <a:p>
            <a:pPr marL="285750" indent="-285750"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Nunito Light" pitchFamily="2" charset="0"/>
              <a:buChar char="-"/>
              <a:tabLst>
                <a:tab pos="0" algn="l"/>
              </a:tabLst>
            </a:pPr>
            <a:r>
              <a:rPr lang="en-US" sz="1600">
                <a:latin typeface="+mj-lt"/>
                <a:ea typeface="+mj-ea"/>
                <a:cs typeface="+mj-cs"/>
              </a:rPr>
              <a:t>Phân vùng tương đương: Chia vùng dữ liệu thành hợp lệ và không hợp lệ</a:t>
            </a:r>
          </a:p>
          <a:p>
            <a:pPr marL="285750" indent="-285750"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Nunito Light" pitchFamily="2" charset="0"/>
              <a:buChar char="-"/>
              <a:tabLst>
                <a:tab pos="0" algn="l"/>
              </a:tabLst>
            </a:pPr>
            <a:r>
              <a:rPr lang="en-US" sz="1600">
                <a:latin typeface="+mj-lt"/>
                <a:ea typeface="+mj-ea"/>
                <a:cs typeface="+mj-cs"/>
              </a:rPr>
              <a:t>Giá trị biên: kiểm tra tại các giá trị giới hạn</a:t>
            </a:r>
          </a:p>
          <a:p>
            <a:pPr marL="285750" indent="-285750"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Nunito Light" pitchFamily="2" charset="0"/>
              <a:buChar char="-"/>
              <a:tabLst>
                <a:tab pos="0" algn="l"/>
              </a:tabLst>
            </a:pPr>
            <a:r>
              <a:rPr lang="en-US" sz="1600">
                <a:latin typeface="+mj-lt"/>
                <a:ea typeface="+mj-ea"/>
                <a:cs typeface="+mj-cs"/>
              </a:rPr>
              <a:t>Bảng quyết định: áp dụng cho logic điều kiện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3DE2-7AC6-04FF-9060-7B8DE79C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>
            <a:extLst>
              <a:ext uri="{FF2B5EF4-FFF2-40B4-BE49-F238E27FC236}">
                <a16:creationId xmlns:a16="http://schemas.microsoft.com/office/drawing/2014/main" id="{B3EE9557-41F8-B750-ED8C-793B01E0C266}"/>
              </a:ext>
            </a:extLst>
          </p:cNvPr>
          <p:cNvSpPr/>
          <p:nvPr/>
        </p:nvSpPr>
        <p:spPr>
          <a:xfrm>
            <a:off x="411542" y="109290"/>
            <a:ext cx="6175238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spcBef>
                <a:spcPct val="0"/>
              </a:spcBef>
              <a:tabLst>
                <a:tab pos="0" algn="l"/>
              </a:tabLst>
            </a:pPr>
            <a:r>
              <a:rPr lang="en-US" sz="4400" b="1">
                <a:latin typeface="+mj-lt"/>
                <a:ea typeface="+mj-ea"/>
                <a:cs typeface="+mj-cs"/>
              </a:rPr>
              <a:t>04. Thiết kế testcase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67854-9D03-06FA-4BBF-9CCC49D84F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3" t="6519" r="956"/>
          <a:stretch>
            <a:fillRect/>
          </a:stretch>
        </p:blipFill>
        <p:spPr>
          <a:xfrm>
            <a:off x="701123" y="2238005"/>
            <a:ext cx="7855687" cy="2735451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5D1B66-DD65-77C4-877E-0C27CA06ABB3}"/>
              </a:ext>
            </a:extLst>
          </p:cNvPr>
          <p:cNvSpPr/>
          <p:nvPr/>
        </p:nvSpPr>
        <p:spPr>
          <a:xfrm>
            <a:off x="557938" y="1630758"/>
            <a:ext cx="6175238" cy="8102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spcBef>
                <a:spcPct val="0"/>
              </a:spcBef>
              <a:tabLst>
                <a:tab pos="0" algn="l"/>
              </a:tabLst>
            </a:pPr>
            <a:r>
              <a:rPr lang="en-US" sz="2400" b="1">
                <a:latin typeface="+mj-lt"/>
                <a:ea typeface="+mj-ea"/>
                <a:cs typeface="+mj-cs"/>
              </a:rPr>
              <a:t>4.1. Đăng nhập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0B4D63-ED6B-8897-3BFE-0C536D281EF1}"/>
              </a:ext>
            </a:extLst>
          </p:cNvPr>
          <p:cNvSpPr/>
          <p:nvPr/>
        </p:nvSpPr>
        <p:spPr>
          <a:xfrm>
            <a:off x="-64576" y="809525"/>
            <a:ext cx="8797034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r>
              <a:rPr lang="en-US" sz="1600">
                <a:latin typeface="+mj-lt"/>
                <a:ea typeface="+mj-ea"/>
                <a:cs typeface="+mj-cs"/>
              </a:rPr>
              <a:t>Test case được thiết kế dựa trên yêu cầu chức năng hệ thống, kỹ thuật biên, phân vùng, bảng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397843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85B0E-B23C-57D0-8E67-FE06A66D1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>
            <a:extLst>
              <a:ext uri="{FF2B5EF4-FFF2-40B4-BE49-F238E27FC236}">
                <a16:creationId xmlns:a16="http://schemas.microsoft.com/office/drawing/2014/main" id="{ABF5DD2C-0AB4-DE8E-C938-F0F5FA532736}"/>
              </a:ext>
            </a:extLst>
          </p:cNvPr>
          <p:cNvSpPr/>
          <p:nvPr/>
        </p:nvSpPr>
        <p:spPr>
          <a:xfrm>
            <a:off x="411542" y="109290"/>
            <a:ext cx="6175238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spcBef>
                <a:spcPct val="0"/>
              </a:spcBef>
              <a:tabLst>
                <a:tab pos="0" algn="l"/>
              </a:tabLst>
            </a:pPr>
            <a:r>
              <a:rPr lang="en-US" sz="4400" b="1">
                <a:latin typeface="+mj-lt"/>
                <a:ea typeface="+mj-ea"/>
                <a:cs typeface="+mj-cs"/>
              </a:rPr>
              <a:t>04. Thiết kế testcase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D8831-487B-69E3-F3E3-C930565AF9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" t="7691" r="3713" b="12886"/>
          <a:stretch>
            <a:fillRect/>
          </a:stretch>
        </p:blipFill>
        <p:spPr>
          <a:xfrm>
            <a:off x="985425" y="1451726"/>
            <a:ext cx="7173149" cy="2603715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7B90DF6-A3B5-B016-C1D4-2C7E1BB35E32}"/>
              </a:ext>
            </a:extLst>
          </p:cNvPr>
          <p:cNvSpPr/>
          <p:nvPr/>
        </p:nvSpPr>
        <p:spPr>
          <a:xfrm>
            <a:off x="587190" y="823530"/>
            <a:ext cx="6175238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spcBef>
                <a:spcPct val="0"/>
              </a:spcBef>
              <a:tabLst>
                <a:tab pos="0" algn="l"/>
              </a:tabLst>
            </a:pPr>
            <a:r>
              <a:rPr lang="en-US" sz="2400" b="1">
                <a:latin typeface="+mj-lt"/>
                <a:ea typeface="+mj-ea"/>
                <a:cs typeface="+mj-cs"/>
              </a:rPr>
              <a:t>4.2. Đăng ký</a:t>
            </a:r>
          </a:p>
        </p:txBody>
      </p:sp>
    </p:spTree>
    <p:extLst>
      <p:ext uri="{BB962C8B-B14F-4D97-AF65-F5344CB8AC3E}">
        <p14:creationId xmlns:p14="http://schemas.microsoft.com/office/powerpoint/2010/main" val="2890382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65F97-C347-0AF3-2E15-4C5A3C28D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>
            <a:extLst>
              <a:ext uri="{FF2B5EF4-FFF2-40B4-BE49-F238E27FC236}">
                <a16:creationId xmlns:a16="http://schemas.microsoft.com/office/drawing/2014/main" id="{0E702E45-82AF-FCF6-76DC-1ADB4EB51065}"/>
              </a:ext>
            </a:extLst>
          </p:cNvPr>
          <p:cNvSpPr/>
          <p:nvPr/>
        </p:nvSpPr>
        <p:spPr>
          <a:xfrm>
            <a:off x="411542" y="109290"/>
            <a:ext cx="6175238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spcBef>
                <a:spcPct val="0"/>
              </a:spcBef>
              <a:tabLst>
                <a:tab pos="0" algn="l"/>
              </a:tabLst>
            </a:pPr>
            <a:r>
              <a:rPr lang="en-US" sz="4400" b="1">
                <a:latin typeface="+mj-lt"/>
                <a:ea typeface="+mj-ea"/>
                <a:cs typeface="+mj-cs"/>
              </a:rPr>
              <a:t>04. Thiết kế testcase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104896-E0C0-1B92-747F-5C6DE87C47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6" t="4885" r="2384" b="20219"/>
          <a:stretch>
            <a:fillRect/>
          </a:stretch>
        </p:blipFill>
        <p:spPr>
          <a:xfrm>
            <a:off x="844658" y="2030278"/>
            <a:ext cx="7338447" cy="887654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65DC10B-3707-2F7C-4A90-9ECFCC6EEC42}"/>
              </a:ext>
            </a:extLst>
          </p:cNvPr>
          <p:cNvSpPr/>
          <p:nvPr/>
        </p:nvSpPr>
        <p:spPr>
          <a:xfrm>
            <a:off x="587190" y="823530"/>
            <a:ext cx="6175238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spcBef>
                <a:spcPct val="0"/>
              </a:spcBef>
              <a:tabLst>
                <a:tab pos="0" algn="l"/>
              </a:tabLst>
            </a:pPr>
            <a:r>
              <a:rPr lang="en-US" sz="2400" b="1">
                <a:latin typeface="+mj-lt"/>
                <a:ea typeface="+mj-ea"/>
                <a:cs typeface="+mj-cs"/>
              </a:rPr>
              <a:t>4.3. Tìm kiếm</a:t>
            </a:r>
          </a:p>
        </p:txBody>
      </p:sp>
    </p:spTree>
    <p:extLst>
      <p:ext uri="{BB962C8B-B14F-4D97-AF65-F5344CB8AC3E}">
        <p14:creationId xmlns:p14="http://schemas.microsoft.com/office/powerpoint/2010/main" val="1982868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76"/>
          <p:cNvSpPr/>
          <p:nvPr/>
        </p:nvSpPr>
        <p:spPr>
          <a:xfrm>
            <a:off x="549717" y="158565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tabLst>
                <a:tab pos="0" algn="l"/>
              </a:tabLst>
            </a:pPr>
            <a:r>
              <a:rPr lang="en-US" sz="4400" b="1">
                <a:latin typeface="+mj-lt"/>
                <a:ea typeface="+mj-ea"/>
                <a:cs typeface="+mj-cs"/>
              </a:rPr>
              <a:t>05. Kết quả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942394-2716-6DC4-A5A0-FE654F40C57D}"/>
              </a:ext>
            </a:extLst>
          </p:cNvPr>
          <p:cNvGrpSpPr/>
          <p:nvPr/>
        </p:nvGrpSpPr>
        <p:grpSpPr>
          <a:xfrm>
            <a:off x="1045076" y="939884"/>
            <a:ext cx="7053848" cy="3916171"/>
            <a:chOff x="1028517" y="872805"/>
            <a:chExt cx="6902805" cy="405198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F66BFDF-E8CE-92E3-00A5-7753ACCF2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8517" y="872805"/>
              <a:ext cx="6902805" cy="1809843"/>
            </a:xfrm>
            <a:prstGeom prst="rect">
              <a:avLst/>
            </a:prstGeom>
            <a:ln>
              <a:solidFill>
                <a:schemeClr val="bg1">
                  <a:lumMod val="10000"/>
                </a:schemeClr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17CE6B-9784-DDA0-DDDF-3E28BAFF8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8517" y="2667150"/>
              <a:ext cx="6902805" cy="2257638"/>
            </a:xfrm>
            <a:prstGeom prst="rect">
              <a:avLst/>
            </a:prstGeom>
            <a:ln>
              <a:solidFill>
                <a:schemeClr val="bg1">
                  <a:lumMod val="10000"/>
                </a:schemeClr>
              </a:solidFill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A3AF1-243B-21D6-D003-A0D841073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76">
            <a:extLst>
              <a:ext uri="{FF2B5EF4-FFF2-40B4-BE49-F238E27FC236}">
                <a16:creationId xmlns:a16="http://schemas.microsoft.com/office/drawing/2014/main" id="{68D5C6D9-1383-6BA9-6B70-DCA972B37951}"/>
              </a:ext>
            </a:extLst>
          </p:cNvPr>
          <p:cNvSpPr/>
          <p:nvPr/>
        </p:nvSpPr>
        <p:spPr>
          <a:xfrm>
            <a:off x="549717" y="158565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tabLst>
                <a:tab pos="0" algn="l"/>
              </a:tabLst>
            </a:pPr>
            <a:r>
              <a:rPr lang="en-US" sz="4400" b="1">
                <a:latin typeface="+mj-lt"/>
                <a:ea typeface="+mj-ea"/>
                <a:cs typeface="+mj-cs"/>
              </a:rPr>
              <a:t>05. Kết quả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A1B96-3A95-3A4F-3843-CE16C738A43B}"/>
              </a:ext>
            </a:extLst>
          </p:cNvPr>
          <p:cNvSpPr txBox="1"/>
          <p:nvPr/>
        </p:nvSpPr>
        <p:spPr>
          <a:xfrm>
            <a:off x="385273" y="1061442"/>
            <a:ext cx="8209010" cy="162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Nunito Light" pitchFamily="2" charset="0"/>
              <a:buChar char="-"/>
              <a:tabLst>
                <a:tab pos="0" algn="l"/>
              </a:tabLst>
            </a:pPr>
            <a:r>
              <a:rPr lang="en-US" sz="1600">
                <a:latin typeface="+mj-lt"/>
                <a:ea typeface="+mj-ea"/>
                <a:cs typeface="+mj-cs"/>
              </a:rPr>
              <a:t>Hệ thống hoạt động ổn định với các trường hợp cơ bản. </a:t>
            </a:r>
            <a:r>
              <a:rPr lang="vi-VN" sz="1600">
                <a:latin typeface="+mj-lt"/>
                <a:ea typeface="+mj-ea"/>
                <a:cs typeface="+mj-cs"/>
              </a:rPr>
              <a:t>Mặc dù tất cả test case đều PASS, nhưng qua quá trình kiểm thử nhận thấy hệ thống vẫn còn một số hạn chế:</a:t>
            </a:r>
          </a:p>
          <a:p>
            <a:pPr marL="742950" lvl="1" indent="-2857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+"/>
              <a:tabLst>
                <a:tab pos="0" algn="l"/>
              </a:tabLst>
            </a:pPr>
            <a:r>
              <a:rPr lang="vi-VN" sz="1600">
                <a:latin typeface="+mj-lt"/>
                <a:ea typeface="+mj-ea"/>
                <a:cs typeface="+mj-cs"/>
              </a:rPr>
              <a:t>Chưa kiểm soát tốt dữ liệu đầu vào (ví dụ: ký tự đặc biệt trong tìm kiếm) </a:t>
            </a:r>
            <a:r>
              <a:rPr lang="en-US" sz="1600">
                <a:latin typeface="+mj-lt"/>
                <a:ea typeface="+mj-ea"/>
                <a:cs typeface="+mj-cs"/>
              </a:rPr>
              <a:t>	</a:t>
            </a:r>
            <a:endParaRPr lang="vi-VN" sz="1600">
              <a:latin typeface="+mj-lt"/>
              <a:ea typeface="+mj-ea"/>
              <a:cs typeface="+mj-cs"/>
            </a:endParaRPr>
          </a:p>
          <a:p>
            <a:pPr marL="742950" lvl="1" indent="-2857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+"/>
              <a:tabLst>
                <a:tab pos="0" algn="l"/>
              </a:tabLst>
            </a:pPr>
            <a:r>
              <a:rPr lang="vi-VN" sz="1600">
                <a:latin typeface="+mj-lt"/>
                <a:ea typeface="+mj-ea"/>
                <a:cs typeface="+mj-cs"/>
              </a:rPr>
              <a:t>Chưa có validate rõ ràng cho một số trường hợp biên</a:t>
            </a:r>
          </a:p>
        </p:txBody>
      </p:sp>
    </p:spTree>
    <p:extLst>
      <p:ext uri="{BB962C8B-B14F-4D97-AF65-F5344CB8AC3E}">
        <p14:creationId xmlns:p14="http://schemas.microsoft.com/office/powerpoint/2010/main" val="2851060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500379" y="1596596"/>
            <a:ext cx="4993051" cy="119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b="1" u="none" strike="noStrike">
                <a:solidFill>
                  <a:schemeClr val="dk1"/>
                </a:solidFill>
                <a:effectLst/>
                <a:uFillTx/>
                <a:ea typeface="Golos Text"/>
              </a:rPr>
              <a:t>Cảm ơn thầy đã lắng nghe!</a:t>
            </a:r>
            <a:endParaRPr lang="fr-FR" b="1" u="none" strike="noStrike">
              <a:solidFill>
                <a:schemeClr val="dk1"/>
              </a:solidFill>
              <a:effectLst/>
              <a:uFillTx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9896</TotalTime>
  <Words>283</Words>
  <Application>Microsoft Office PowerPoint</Application>
  <PresentationFormat>On-screen Show (16:9)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Commissioner</vt:lpstr>
      <vt:lpstr>Golos Text</vt:lpstr>
      <vt:lpstr>Nunito Light</vt:lpstr>
      <vt:lpstr>OpenSymbol</vt:lpstr>
      <vt:lpstr>Symbol</vt:lpstr>
      <vt:lpstr>Wingdings</vt:lpstr>
      <vt:lpstr>Formulating a Research Problem for University Students by Slidesgo</vt:lpstr>
      <vt:lpstr>Formulating a Research Problem for University Students by Slidesgo</vt:lpstr>
      <vt:lpstr>Slidesgo Final Pages</vt:lpstr>
      <vt:lpstr>Slidesgo Final Pages</vt:lpstr>
      <vt:lpstr>KIỂM THỬ  PHẦN MỀM</vt:lpstr>
      <vt:lpstr>01. Mục tiêu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Cảm ơn thầy đã lắng nghe!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nguyenthic2004@gmail.com</cp:lastModifiedBy>
  <cp:revision>12</cp:revision>
  <dcterms:modified xsi:type="dcterms:W3CDTF">2026-03-24T08:13:06Z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2026-03-17T11:16:05Z</dcterms:created>
  <dc:creator>Unknown Creator</dc:creator>
  <dc:description/>
  <dc:language>en-US</dc:language>
  <cp:lastModifiedBy>Unknown Creator</cp:lastModifiedBy>
  <dcterms:modified xsi:type="dcterms:W3CDTF">2026-03-17T11:16:05Z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